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9a92dfbd1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9a92dfbd1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9a92dfbd1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9a92dfbd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9a92dfbd1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9a92dfbd1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9a92dfbd1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9a92dfbd1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9a92dfbd1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9a92dfbd1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9a92dfbd1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9a92dfbd1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9a92dfbd1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9a92dfbd1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9a92dfbd1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9a92dfbd1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789425"/>
            <a:ext cx="9144000" cy="3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/>
              <a:t>Проект по теме “PyQt”</a:t>
            </a:r>
            <a:endParaRPr sz="2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1438025"/>
            <a:ext cx="914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“Чайхана”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2202300"/>
            <a:ext cx="9144000" cy="21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Выполнил: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Выговский Кирилл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Руководитель: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Зверев Константин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31905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 u="sng"/>
              <a:t>Цель и задачи</a:t>
            </a:r>
            <a:endParaRPr sz="2000" u="sng"/>
          </a:p>
          <a:p>
            <a:pPr indent="0" lvl="0" marL="4572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назначение проекта:</a:t>
            </a:r>
            <a:endParaRPr sz="20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-51" y="1434575"/>
            <a:ext cx="9144000" cy="7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Задачи: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-25" y="2018875"/>
            <a:ext cx="9144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База данных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Интерфейс выбора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Расчет сумм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История заказов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Экспорт отчетов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Стабильность работы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555775" y="459275"/>
            <a:ext cx="357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Техническое задание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0" y="1401475"/>
            <a:ext cx="8839500" cy="13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>
                <a:solidFill>
                  <a:srgbClr val="151517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Основные модули системы:</a:t>
            </a:r>
            <a:endParaRPr sz="1200">
              <a:solidFill>
                <a:srgbClr val="151517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7655" lvl="0" marL="457200" rtl="0" algn="ctr">
              <a:spcBef>
                <a:spcPts val="1200"/>
              </a:spcBef>
              <a:spcAft>
                <a:spcPts val="0"/>
              </a:spcAft>
              <a:buClr>
                <a:srgbClr val="151517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rgbClr val="151517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Модуль главного окна (выбор блюд)</a:t>
            </a:r>
            <a:endParaRPr sz="1200">
              <a:solidFill>
                <a:srgbClr val="151517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7655" lvl="0" marL="457200" rtl="0" algn="ctr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rgbClr val="151517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Модуль истории заказов</a:t>
            </a:r>
            <a:endParaRPr sz="1200">
              <a:solidFill>
                <a:srgbClr val="151517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7655" lvl="0" marL="457200" rtl="0" algn="ctr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rgbClr val="151517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Модуль базы данных</a:t>
            </a:r>
            <a:endParaRPr sz="1200">
              <a:solidFill>
                <a:srgbClr val="151517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7655" lvl="0" marL="457200" rtl="0" algn="ctr">
              <a:spcBef>
                <a:spcPts val="0"/>
              </a:spcBef>
              <a:spcAft>
                <a:spcPts val="0"/>
              </a:spcAft>
              <a:buClr>
                <a:srgbClr val="151517"/>
              </a:buClr>
              <a:buSzPct val="100000"/>
              <a:buFont typeface="Roboto"/>
              <a:buChar char="●"/>
            </a:pPr>
            <a:r>
              <a:rPr lang="ru" sz="1200">
                <a:solidFill>
                  <a:srgbClr val="151517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Модуль экспорта отчетов</a:t>
            </a:r>
            <a:endParaRPr sz="1200">
              <a:solidFill>
                <a:srgbClr val="151517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0" y="2404575"/>
            <a:ext cx="91440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Связь между окнами: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Главное окно 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↓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Выбор блюд → Расчет суммы → Подтверждение заказа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↓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Меню "Заказы" → Окно истории заказов → Экспорт в CSV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↓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ctr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База данных (SQLite)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0" y="0"/>
            <a:ext cx="37422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Назначение областей: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Чекбоксы - выбор блюд для заказа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Изображения  - визуальное отображение блюд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Названия блюд - текстовая информация о позициях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Цены - стоимость каждой позиции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Область итогов - отображение общей суммы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Кнопка подтверждения - сохранение заказа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18122" l="25673" r="27647" t="14103"/>
          <a:stretch/>
        </p:blipFill>
        <p:spPr>
          <a:xfrm>
            <a:off x="3742025" y="0"/>
            <a:ext cx="540197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0" y="0"/>
            <a:ext cx="44379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Назначение областей: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Таблица заказов - список всех сохраненных заказов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Колонка ID - уникальный номер заказа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Колонка Сумма - общая стоимость заказа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Колонка Дата - дата и время заказа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Колонка Блюда - перечень выбранных позиций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Кнопки экспорта - сохранение данных в файлы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31403" l="31151" r="32943" t="28006"/>
          <a:stretch/>
        </p:blipFill>
        <p:spPr>
          <a:xfrm>
            <a:off x="4437875" y="49800"/>
            <a:ext cx="4706126" cy="45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0" y="-125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65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Взаимодействие элементов</a:t>
            </a:r>
            <a:endParaRPr b="1" sz="165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5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Главное окно:</a:t>
            </a:r>
            <a:endParaRPr b="1" sz="15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Выбор чекбокса → мгновенный пересчет суммы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Изменение состава заказа → обновление области итогов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Нажатие "Подтвердить" → сохранение в БД + сброс выбора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5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Окно истории:</a:t>
            </a:r>
            <a:endParaRPr b="1" sz="15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Выбор строки в таблице → подготовка данных для экспорта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Нажатие "Экспорт CSV" → создание файла с табличными данными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ctr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/>
          <p:nvPr/>
        </p:nvSpPr>
        <p:spPr>
          <a:xfrm>
            <a:off x="758256" y="334375"/>
            <a:ext cx="1870200" cy="207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3313771" y="391300"/>
            <a:ext cx="2227500" cy="187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6175275" y="297401"/>
            <a:ext cx="2343600" cy="21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/>
          <p:nvPr/>
        </p:nvSpPr>
        <p:spPr>
          <a:xfrm>
            <a:off x="722894" y="3062050"/>
            <a:ext cx="1905300" cy="190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/>
          <p:nvPr/>
        </p:nvSpPr>
        <p:spPr>
          <a:xfrm>
            <a:off x="3355794" y="2845650"/>
            <a:ext cx="2180700" cy="226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6227982" y="3075568"/>
            <a:ext cx="2397000" cy="206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19"/>
          <p:cNvCxnSpPr/>
          <p:nvPr/>
        </p:nvCxnSpPr>
        <p:spPr>
          <a:xfrm flipH="1" rot="10800000">
            <a:off x="746975" y="806132"/>
            <a:ext cx="18924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9"/>
          <p:cNvCxnSpPr/>
          <p:nvPr/>
        </p:nvCxnSpPr>
        <p:spPr>
          <a:xfrm flipH="1" rot="10800000">
            <a:off x="3300475" y="735775"/>
            <a:ext cx="22542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9"/>
          <p:cNvCxnSpPr/>
          <p:nvPr/>
        </p:nvCxnSpPr>
        <p:spPr>
          <a:xfrm flipH="1" rot="10800000">
            <a:off x="6175275" y="695883"/>
            <a:ext cx="23718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9"/>
          <p:cNvCxnSpPr/>
          <p:nvPr/>
        </p:nvCxnSpPr>
        <p:spPr>
          <a:xfrm flipH="1" rot="10800000">
            <a:off x="711400" y="3381125"/>
            <a:ext cx="19281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9"/>
          <p:cNvCxnSpPr/>
          <p:nvPr/>
        </p:nvCxnSpPr>
        <p:spPr>
          <a:xfrm flipH="1" rot="10800000">
            <a:off x="3313674" y="3163600"/>
            <a:ext cx="22068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9"/>
          <p:cNvCxnSpPr/>
          <p:nvPr/>
        </p:nvCxnSpPr>
        <p:spPr>
          <a:xfrm flipH="1" rot="10800000">
            <a:off x="6213675" y="3421606"/>
            <a:ext cx="24255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9"/>
          <p:cNvCxnSpPr/>
          <p:nvPr/>
        </p:nvCxnSpPr>
        <p:spPr>
          <a:xfrm flipH="1" rot="10800000">
            <a:off x="3300475" y="1099400"/>
            <a:ext cx="22542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9"/>
          <p:cNvCxnSpPr/>
          <p:nvPr/>
        </p:nvCxnSpPr>
        <p:spPr>
          <a:xfrm flipH="1" rot="10800000">
            <a:off x="6175275" y="1098053"/>
            <a:ext cx="23718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9"/>
          <p:cNvCxnSpPr/>
          <p:nvPr/>
        </p:nvCxnSpPr>
        <p:spPr>
          <a:xfrm flipH="1" rot="10800000">
            <a:off x="711400" y="4004800"/>
            <a:ext cx="19281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9"/>
          <p:cNvCxnSpPr/>
          <p:nvPr/>
        </p:nvCxnSpPr>
        <p:spPr>
          <a:xfrm flipH="1" rot="10800000">
            <a:off x="3321062" y="4207025"/>
            <a:ext cx="22068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9"/>
          <p:cNvCxnSpPr/>
          <p:nvPr/>
        </p:nvCxnSpPr>
        <p:spPr>
          <a:xfrm flipH="1" rot="10800000">
            <a:off x="6213675" y="4097984"/>
            <a:ext cx="2425500" cy="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9"/>
          <p:cNvSpPr txBox="1"/>
          <p:nvPr/>
        </p:nvSpPr>
        <p:spPr>
          <a:xfrm>
            <a:off x="1028605" y="334375"/>
            <a:ext cx="146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Dish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758256" y="829232"/>
            <a:ext cx="18702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id: int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name: str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price:float</a:t>
            </a:r>
            <a:endParaRPr sz="1000">
              <a:solidFill>
                <a:srgbClr val="F9FAF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i</a:t>
            </a: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mage_path: str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selected: bool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000">
                <a:solidFill>
                  <a:srgbClr val="F9FAFB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1000">
              <a:solidFill>
                <a:srgbClr val="F9FAF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3555371" y="391300"/>
            <a:ext cx="1744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DatabaseManager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3561949" y="747350"/>
            <a:ext cx="1744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db_name: str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3313775" y="1120700"/>
            <a:ext cx="22227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init_database()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get_all_dishes()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save_order()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get_order_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history()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9FAF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6443443" y="277200"/>
            <a:ext cx="183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OrdersTableModel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6429450" y="615900"/>
            <a:ext cx="18354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orders: list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headers: list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6508730" y="1234149"/>
            <a:ext cx="18354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rowCount()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columnCount()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data() 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headerData()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1001288" y="3062050"/>
            <a:ext cx="149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DishWidget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898625" y="3381120"/>
            <a:ext cx="14919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dish: Dish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checkbox: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QCheckBox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930120" y="4004800"/>
            <a:ext cx="1491900" cy="1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init_ui()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load_image()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on_checkbox_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changed()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3953749" y="2889525"/>
            <a:ext cx="142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MainWindow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3747425" y="3203375"/>
            <a:ext cx="2180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db_manager: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DatabaseManager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dishes: list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selected_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dishes: list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3660338" y="4153125"/>
            <a:ext cx="2180700" cy="1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setup_ui()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load_dishes()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update_total()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confirm_order()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export_order()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6552083" y="3077350"/>
            <a:ext cx="1877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OrderHistoryDialog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6608875" y="3369850"/>
            <a:ext cx="23718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db_manager: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DatabaseManager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orders_table: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QTableView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6552079" y="4209548"/>
            <a:ext cx="18771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init_ui()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load_orders()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+ export_to_csv()</a:t>
            </a:r>
            <a:endParaRPr sz="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9FAF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>
            <a:off x="4227225" y="2232950"/>
            <a:ext cx="15300" cy="63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9"/>
          <p:cNvCxnSpPr/>
          <p:nvPr/>
        </p:nvCxnSpPr>
        <p:spPr>
          <a:xfrm>
            <a:off x="7222850" y="2440300"/>
            <a:ext cx="15300" cy="63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9"/>
          <p:cNvCxnSpPr/>
          <p:nvPr/>
        </p:nvCxnSpPr>
        <p:spPr>
          <a:xfrm>
            <a:off x="1654150" y="2418663"/>
            <a:ext cx="15300" cy="63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0" y="23712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4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66666"/>
              <a:buFont typeface="Arial"/>
              <a:buNone/>
            </a:pPr>
            <a:r>
              <a:rPr b="1" lang="ru" sz="165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Используемые библиотеки</a:t>
            </a:r>
            <a:endParaRPr b="1" sz="165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PyQt6</a:t>
            </a: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- для создания графического интерфейса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sqlite3</a:t>
            </a: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- для работы с базой данных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dataclasses</a:t>
            </a: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- для создания классов данных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csv</a:t>
            </a: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- для экспорта данных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lang="ru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- для работы с датами и временем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0" y="44502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ru" sz="18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Реализуемые технологии</a:t>
            </a:r>
            <a:endParaRPr b="1" sz="18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2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5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1. Графический интерфейс</a:t>
            </a:r>
            <a:endParaRPr b="1" sz="115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5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2. База данных</a:t>
            </a:r>
            <a:endParaRPr b="1" sz="115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5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3. Работа с данными</a:t>
            </a:r>
            <a:endParaRPr b="1" sz="115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5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4. Архитектура приложения</a:t>
            </a:r>
            <a:endParaRPr b="1" sz="115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5454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5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5. Функциональные модули</a:t>
            </a:r>
            <a:endParaRPr b="1" sz="115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